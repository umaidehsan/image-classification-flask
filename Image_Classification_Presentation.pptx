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maidehsan/Image-Classification-Flas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PROJECT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05840"/>
            <a:ext cx="6400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Classification Website using Deep Learning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+ Flask: upload an image, get an instant prediction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8229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5204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Umaid Ehsan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su92-bscsm-f23-383   |   Section 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Dr. Munir Ahmed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Objectives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Umaid Ehsan  |  su92-bscsm-f23-383  |  Deep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0B1F3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7373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Deep-learning models live in notebooks and scripts. Non-technical users cannot run them.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a trained CNN usable from any browser, with no setup.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188720"/>
            <a:ext cx="4389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32588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1234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pre-trained ResNet50 CNN for image classification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2057400"/>
            <a:ext cx="4389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219456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103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web page where users upload an image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7680" y="2926080"/>
            <a:ext cx="4389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306324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805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2971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 images to the 224×224 network input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0" y="3794760"/>
            <a:ext cx="4389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39319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3840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and show the predicted class in the browser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Umaid Ehsan  |  su92-bscsm-f23-383  |  Deep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73152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whole project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1732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templates and file uploads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417320"/>
            <a:ext cx="73152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TensorFlow / Keras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model and runs inference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0896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657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arrays and batch handling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108960"/>
            <a:ext cx="73152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2044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ResNet50 (.h5)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3657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50-layer CNN model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3504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310896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 &amp; CSS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3657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page and result display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Data Flow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Umaid Ehsan  |  su92-bscsm-f23-383  |  Deep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5760" y="1554480"/>
            <a:ext cx="148132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60604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and uploads an image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47088" y="17830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84832" y="155448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3325C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084832" y="1554480"/>
            <a:ext cx="148132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 /predict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084832" y="260604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file to uploads/ folder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17830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03904" y="155448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803904" y="1554480"/>
            <a:ext cx="148132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Pre-process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803904" y="260604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224×224, batch, caffe-normalise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285232" y="17830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22976" y="155448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3325C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522976" y="1554480"/>
            <a:ext cx="148132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ResNet50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22976" y="260604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→ 1000 class scores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004304" y="17830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42048" y="155448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242048" y="1554480"/>
            <a:ext cx="148132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42048" y="260604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label sent back to page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 renders index.html    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model and returns the class name. The model loads once at start-up, so every request is just one forward pass.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Model: ResNet50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Umaid Ehsan  |  su92-bscsm-f23-383  |  Deep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deep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56032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25.6M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66344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224×224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76656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classes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Residual learning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15468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add the input back: output = F(x) + x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flow easily, so very deep nets train well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ILSVRC 2015 image classification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65176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89204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15468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ImageNet, reused directly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decode_predictions maps the top score to a readable label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benchmark: ~74.9% top-1, 92.1% top-5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Umaid Ehsan  |  su92-bscsm-f23-383  |  Deep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load_img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Resize to 224×224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17556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img_to_array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Pixels → NumPy array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68296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368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3225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expand_dims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Add batch dimension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35224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935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28895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preprocess_input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Caffe-style normalisation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502152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4564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1000 class scores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decode_predictions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Top-1 class name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98348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1600200"/>
            <a:ext cx="3566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load_model('model_resnet.h5')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model_predict(img_path, model):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img = image.load_img(img_path,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target_size=(224, 224))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= image.img_to_array(img)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= np.expand_dims(x, axis=0)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= preprocess_input(x, mode='caffe')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model.predict(x)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@app.route('/predict', methods=['POST'])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Umaid Ehsan  |  su92-bscsm-f23-383  |  Deep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0B1F3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69164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 web classifier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integrated with Flask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upload-and-predict interface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model-deployment experience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93776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69164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top-5 predictions with confidence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preview next to the result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a custom dataset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files; deploy on a production server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8862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  Questions?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89120" y="388620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38862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Open project on GitHu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github.com/umaidehsan/Image-Classification-Flask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Classification Website using Deep Learning</dc:title>
  <dc:subject>PptxGenJS Presentation</dc:subject>
  <dc:creator>Muhammad Umaid Ehsan</dc:creator>
  <cp:lastModifiedBy>Muhammad Umaid Ehsan</cp:lastModifiedBy>
  <cp:revision>1</cp:revision>
  <dcterms:created xsi:type="dcterms:W3CDTF">2026-10-28T17:52:33Z</dcterms:created>
  <dcterms:modified xsi:type="dcterms:W3CDTF">2026-10-28T17:52:33Z</dcterms:modified>
</cp:coreProperties>
</file>